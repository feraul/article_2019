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74B230"/>
    <a:srgbClr val="92D05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120" d="100"/>
          <a:sy n="120" d="100"/>
        </p:scale>
        <p:origin x="418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3.wmf"/><Relationship Id="rId1" Type="http://schemas.openxmlformats.org/officeDocument/2006/relationships/image" Target="../media/image6.wmf"/><Relationship Id="rId4" Type="http://schemas.openxmlformats.org/officeDocument/2006/relationships/image" Target="../media/image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658FCA-AE94-4F17-9290-3FB667C600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3DDD439-F199-4449-98C4-B35C7D481E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700988-BAA3-4DBD-83A1-E45D622D7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02AAA-FF23-4FCC-9C40-F22A7DEB57B7}" type="datetimeFigureOut">
              <a:rPr lang="pt-BR" smtClean="0"/>
              <a:t>17/04/2018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08E45D-D02B-47D1-B801-5895828D9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47B525-2326-404D-8C3B-5053CA5B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C4D7-F3B6-4FA2-9218-232E4428E1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3126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AAAF15-3799-4052-8074-CFBAA3CE2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0B1A00-9A6B-4984-B773-DE7A03E0F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00AC53-E386-42BB-85BB-FA2A5C8EA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02AAA-FF23-4FCC-9C40-F22A7DEB57B7}" type="datetimeFigureOut">
              <a:rPr lang="pt-BR" smtClean="0"/>
              <a:t>17/04/2018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8FB61C-E7E7-4D61-B95F-E67E2FFC5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910A33-417D-40DB-860D-71E14EFB0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C4D7-F3B6-4FA2-9218-232E4428E1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3590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4D3068-1882-47B8-BD61-7DCF91AF7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9220300-82C1-4629-95AD-5C6956316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D05EE7-4110-49FB-A5A7-5C8540AD0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02AAA-FF23-4FCC-9C40-F22A7DEB57B7}" type="datetimeFigureOut">
              <a:rPr lang="pt-BR" smtClean="0"/>
              <a:t>17/04/2018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C08AC3-18DA-4161-8FA6-1CD7E3F3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474C40-A3E3-4ABF-A194-65789691A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C4D7-F3B6-4FA2-9218-232E4428E1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2504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C4CA89-C463-4A84-B3E2-53F08BFF4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072596F-D7E3-4E81-B958-BDEE03075F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B3924F1-7171-42C4-AA1B-3A402E7D6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0F1ADC1-5231-40F3-9EF2-40E8C6D3F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02AAA-FF23-4FCC-9C40-F22A7DEB57B7}" type="datetimeFigureOut">
              <a:rPr lang="pt-BR" smtClean="0"/>
              <a:t>17/04/2018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2105B62-2570-41C0-9F54-D42577C7C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5AB91AE-D110-4FFC-BE0E-A1712CA63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C4D7-F3B6-4FA2-9218-232E4428E1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9901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85FB29-ECD9-4554-8EBF-17B59B52C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59C622-60D3-44A7-BFB6-65316F36E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B52D7D0-F90E-43FC-A707-CBACC107A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59CD3D0-76A7-4D07-AD65-4BED023BDE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8B1B059-5CA9-4877-A9FA-6BEF2B28FA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41FA1FB-EEE1-4174-9E03-7EC851E13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02AAA-FF23-4FCC-9C40-F22A7DEB57B7}" type="datetimeFigureOut">
              <a:rPr lang="pt-BR" smtClean="0"/>
              <a:t>17/04/2018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796D08E-4657-490B-A054-211A11367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A0DAE9C-5383-4E81-A35D-9CF41B718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C4D7-F3B6-4FA2-9218-232E4428E1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689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290012-4A8F-40EB-A52B-438D0C062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7332542-7145-4EF9-91FD-8B7FBF18B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02AAA-FF23-4FCC-9C40-F22A7DEB57B7}" type="datetimeFigureOut">
              <a:rPr lang="pt-BR" smtClean="0"/>
              <a:t>17/04/2018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AD69B6E-2E6C-49FF-B63C-17FA5B48B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1B5F8DB-AD78-4085-A4D2-F83368D4E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C4D7-F3B6-4FA2-9218-232E4428E1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4563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153476B-1419-4B0B-93D3-F6854ECB3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02AAA-FF23-4FCC-9C40-F22A7DEB57B7}" type="datetimeFigureOut">
              <a:rPr lang="pt-BR" smtClean="0"/>
              <a:t>17/04/2018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B8C2BF2-BBED-4C93-8F1E-823676868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7630382-A016-4522-AF51-5B1011A47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C4D7-F3B6-4FA2-9218-232E4428E1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9917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6D60B0-0BC6-4FD6-A754-0A62BB1BF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B72334-F7D0-45C8-BEB8-225D7D561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B97339F-4A3E-418A-A188-192B5BAC04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BDEF698-AE20-4E53-A402-FFF37BD0C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02AAA-FF23-4FCC-9C40-F22A7DEB57B7}" type="datetimeFigureOut">
              <a:rPr lang="pt-BR" smtClean="0"/>
              <a:t>17/04/2018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39C84B-F8E3-4F3E-89FD-B28545F03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BB3ECDA-ED75-4BC4-A128-2908D42EC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C4D7-F3B6-4FA2-9218-232E4428E1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3126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AEA121-9801-4DC3-BC56-7717AF7D5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9E34E7-89F7-48DE-8FAF-5A8AA1D5E8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55F52D7-EEA5-4338-9357-C592DD15DC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60C4811-0061-4C4C-B6C5-90D89539A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02AAA-FF23-4FCC-9C40-F22A7DEB57B7}" type="datetimeFigureOut">
              <a:rPr lang="pt-BR" smtClean="0"/>
              <a:t>17/04/2018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A49AB1-E939-4025-9193-7D9915243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C9E2C31-D19F-4EFC-BB68-388A6D1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C4D7-F3B6-4FA2-9218-232E4428E1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6840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5F0263-F05C-4E0E-AB23-46A671FF0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7F26632-8CF7-487A-B620-47B944DAFF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A75F8E-7CB1-4563-BE6B-1BD7E5FD1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02AAA-FF23-4FCC-9C40-F22A7DEB57B7}" type="datetimeFigureOut">
              <a:rPr lang="pt-BR" smtClean="0"/>
              <a:t>17/04/2018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2D48EB-7B87-4CBE-96B2-BB7C04349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CF57B1-83CD-4CB8-B019-755F843C5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C4D7-F3B6-4FA2-9218-232E4428E1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7345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7FDAB54-FEE5-4EF7-832A-FB0E6774B9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6B62932-2AFF-4F9F-AD4C-1AFD16018B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200836-86E4-4E27-8340-76CB0C33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02AAA-FF23-4FCC-9C40-F22A7DEB57B7}" type="datetimeFigureOut">
              <a:rPr lang="pt-BR" smtClean="0"/>
              <a:t>17/04/2018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AF9382-225D-4601-AA01-99D08DBB1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4AE941-863A-412E-907E-726EDD5D4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C4D7-F3B6-4FA2-9218-232E4428E1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6036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5F8FAA7-1B46-4FF2-BE95-1A22E4882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BC9106-06D4-457C-9C25-0BEED6744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761430-0695-4E9A-8D76-7C9AEE7431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02AAA-FF23-4FCC-9C40-F22A7DEB57B7}" type="datetimeFigureOut">
              <a:rPr lang="pt-BR" smtClean="0"/>
              <a:t>17/04/2018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8FBD6C-8115-4E33-8C4C-204115D9B8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DDAD18-CFEC-45AA-84ED-F7E8667D16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7C4D7-F3B6-4FA2-9218-232E4428E1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8757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4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Agrupar 102">
            <a:extLst>
              <a:ext uri="{FF2B5EF4-FFF2-40B4-BE49-F238E27FC236}">
                <a16:creationId xmlns:a16="http://schemas.microsoft.com/office/drawing/2014/main" id="{D9A15DCB-195D-45BF-9215-F022617FBC4F}"/>
              </a:ext>
            </a:extLst>
          </p:cNvPr>
          <p:cNvGrpSpPr/>
          <p:nvPr/>
        </p:nvGrpSpPr>
        <p:grpSpPr>
          <a:xfrm>
            <a:off x="4017570" y="2352475"/>
            <a:ext cx="2286046" cy="2266380"/>
            <a:chOff x="4017570" y="2352475"/>
            <a:chExt cx="2286046" cy="2266380"/>
          </a:xfrm>
        </p:grpSpPr>
        <p:sp>
          <p:nvSpPr>
            <p:cNvPr id="110" name="Triângulo isósceles 26">
              <a:extLst>
                <a:ext uri="{FF2B5EF4-FFF2-40B4-BE49-F238E27FC236}">
                  <a16:creationId xmlns:a16="http://schemas.microsoft.com/office/drawing/2014/main" id="{6C2E3FC7-0384-4147-975F-478B87C38D9D}"/>
                </a:ext>
              </a:extLst>
            </p:cNvPr>
            <p:cNvSpPr/>
            <p:nvPr/>
          </p:nvSpPr>
          <p:spPr>
            <a:xfrm>
              <a:off x="5220142" y="3503957"/>
              <a:ext cx="595946" cy="626745"/>
            </a:xfrm>
            <a:custGeom>
              <a:avLst/>
              <a:gdLst>
                <a:gd name="connsiteX0" fmla="*/ 0 w 586421"/>
                <a:gd name="connsiteY0" fmla="*/ 641787 h 641787"/>
                <a:gd name="connsiteX1" fmla="*/ 293211 w 586421"/>
                <a:gd name="connsiteY1" fmla="*/ 0 h 641787"/>
                <a:gd name="connsiteX2" fmla="*/ 586421 w 586421"/>
                <a:gd name="connsiteY2" fmla="*/ 641787 h 641787"/>
                <a:gd name="connsiteX3" fmla="*/ 0 w 586421"/>
                <a:gd name="connsiteY3" fmla="*/ 641787 h 641787"/>
                <a:gd name="connsiteX0" fmla="*/ 0 w 1327466"/>
                <a:gd name="connsiteY0" fmla="*/ 921822 h 921822"/>
                <a:gd name="connsiteX1" fmla="*/ 1034256 w 1327466"/>
                <a:gd name="connsiteY1" fmla="*/ 0 h 921822"/>
                <a:gd name="connsiteX2" fmla="*/ 1327466 w 1327466"/>
                <a:gd name="connsiteY2" fmla="*/ 641787 h 921822"/>
                <a:gd name="connsiteX3" fmla="*/ 0 w 1327466"/>
                <a:gd name="connsiteY3" fmla="*/ 921822 h 921822"/>
                <a:gd name="connsiteX0" fmla="*/ 0 w 1034256"/>
                <a:gd name="connsiteY0" fmla="*/ 921822 h 1036122"/>
                <a:gd name="connsiteX1" fmla="*/ 1034256 w 1034256"/>
                <a:gd name="connsiteY1" fmla="*/ 0 h 1036122"/>
                <a:gd name="connsiteX2" fmla="*/ 542606 w 1034256"/>
                <a:gd name="connsiteY2" fmla="*/ 1036122 h 1036122"/>
                <a:gd name="connsiteX3" fmla="*/ 0 w 1034256"/>
                <a:gd name="connsiteY3" fmla="*/ 921822 h 1036122"/>
                <a:gd name="connsiteX0" fmla="*/ 0 w 636111"/>
                <a:gd name="connsiteY0" fmla="*/ 605592 h 719892"/>
                <a:gd name="connsiteX1" fmla="*/ 636111 w 636111"/>
                <a:gd name="connsiteY1" fmla="*/ 0 h 719892"/>
                <a:gd name="connsiteX2" fmla="*/ 542606 w 636111"/>
                <a:gd name="connsiteY2" fmla="*/ 719892 h 719892"/>
                <a:gd name="connsiteX3" fmla="*/ 0 w 636111"/>
                <a:gd name="connsiteY3" fmla="*/ 605592 h 719892"/>
                <a:gd name="connsiteX0" fmla="*/ 0 w 662781"/>
                <a:gd name="connsiteY0" fmla="*/ 618927 h 733227"/>
                <a:gd name="connsiteX1" fmla="*/ 662781 w 662781"/>
                <a:gd name="connsiteY1" fmla="*/ 0 h 733227"/>
                <a:gd name="connsiteX2" fmla="*/ 542606 w 662781"/>
                <a:gd name="connsiteY2" fmla="*/ 733227 h 733227"/>
                <a:gd name="connsiteX3" fmla="*/ 0 w 662781"/>
                <a:gd name="connsiteY3" fmla="*/ 618927 h 733227"/>
                <a:gd name="connsiteX0" fmla="*/ 0 w 678021"/>
                <a:gd name="connsiteY0" fmla="*/ 613212 h 733227"/>
                <a:gd name="connsiteX1" fmla="*/ 678021 w 678021"/>
                <a:gd name="connsiteY1" fmla="*/ 0 h 733227"/>
                <a:gd name="connsiteX2" fmla="*/ 557846 w 678021"/>
                <a:gd name="connsiteY2" fmla="*/ 733227 h 733227"/>
                <a:gd name="connsiteX3" fmla="*/ 0 w 678021"/>
                <a:gd name="connsiteY3" fmla="*/ 613212 h 733227"/>
                <a:gd name="connsiteX0" fmla="*/ 0 w 691356"/>
                <a:gd name="connsiteY0" fmla="*/ 618927 h 738942"/>
                <a:gd name="connsiteX1" fmla="*/ 691356 w 691356"/>
                <a:gd name="connsiteY1" fmla="*/ 0 h 738942"/>
                <a:gd name="connsiteX2" fmla="*/ 557846 w 691356"/>
                <a:gd name="connsiteY2" fmla="*/ 738942 h 738942"/>
                <a:gd name="connsiteX3" fmla="*/ 0 w 691356"/>
                <a:gd name="connsiteY3" fmla="*/ 618927 h 738942"/>
                <a:gd name="connsiteX0" fmla="*/ 0 w 691356"/>
                <a:gd name="connsiteY0" fmla="*/ 618927 h 742752"/>
                <a:gd name="connsiteX1" fmla="*/ 691356 w 691356"/>
                <a:gd name="connsiteY1" fmla="*/ 0 h 742752"/>
                <a:gd name="connsiteX2" fmla="*/ 555941 w 691356"/>
                <a:gd name="connsiteY2" fmla="*/ 742752 h 742752"/>
                <a:gd name="connsiteX3" fmla="*/ 0 w 691356"/>
                <a:gd name="connsiteY3" fmla="*/ 618927 h 742752"/>
                <a:gd name="connsiteX0" fmla="*/ 0 w 689451"/>
                <a:gd name="connsiteY0" fmla="*/ 622737 h 742752"/>
                <a:gd name="connsiteX1" fmla="*/ 689451 w 689451"/>
                <a:gd name="connsiteY1" fmla="*/ 0 h 742752"/>
                <a:gd name="connsiteX2" fmla="*/ 554036 w 689451"/>
                <a:gd name="connsiteY2" fmla="*/ 742752 h 742752"/>
                <a:gd name="connsiteX3" fmla="*/ 0 w 689451"/>
                <a:gd name="connsiteY3" fmla="*/ 622737 h 742752"/>
                <a:gd name="connsiteX0" fmla="*/ 0 w 695166"/>
                <a:gd name="connsiteY0" fmla="*/ 624642 h 742752"/>
                <a:gd name="connsiteX1" fmla="*/ 695166 w 695166"/>
                <a:gd name="connsiteY1" fmla="*/ 0 h 742752"/>
                <a:gd name="connsiteX2" fmla="*/ 559751 w 695166"/>
                <a:gd name="connsiteY2" fmla="*/ 742752 h 742752"/>
                <a:gd name="connsiteX3" fmla="*/ 0 w 695166"/>
                <a:gd name="connsiteY3" fmla="*/ 624642 h 742752"/>
                <a:gd name="connsiteX0" fmla="*/ 0 w 695166"/>
                <a:gd name="connsiteY0" fmla="*/ 295077 h 742752"/>
                <a:gd name="connsiteX1" fmla="*/ 695166 w 695166"/>
                <a:gd name="connsiteY1" fmla="*/ 0 h 742752"/>
                <a:gd name="connsiteX2" fmla="*/ 559751 w 695166"/>
                <a:gd name="connsiteY2" fmla="*/ 742752 h 742752"/>
                <a:gd name="connsiteX3" fmla="*/ 0 w 695166"/>
                <a:gd name="connsiteY3" fmla="*/ 295077 h 742752"/>
                <a:gd name="connsiteX0" fmla="*/ 0 w 695166"/>
                <a:gd name="connsiteY0" fmla="*/ 295077 h 874197"/>
                <a:gd name="connsiteX1" fmla="*/ 695166 w 695166"/>
                <a:gd name="connsiteY1" fmla="*/ 0 h 874197"/>
                <a:gd name="connsiteX2" fmla="*/ 550226 w 695166"/>
                <a:gd name="connsiteY2" fmla="*/ 874197 h 874197"/>
                <a:gd name="connsiteX3" fmla="*/ 0 w 695166"/>
                <a:gd name="connsiteY3" fmla="*/ 295077 h 874197"/>
                <a:gd name="connsiteX0" fmla="*/ 0 w 550226"/>
                <a:gd name="connsiteY0" fmla="*/ 0 h 579120"/>
                <a:gd name="connsiteX1" fmla="*/ 481806 w 550226"/>
                <a:gd name="connsiteY1" fmla="*/ 97353 h 579120"/>
                <a:gd name="connsiteX2" fmla="*/ 550226 w 550226"/>
                <a:gd name="connsiteY2" fmla="*/ 579120 h 579120"/>
                <a:gd name="connsiteX3" fmla="*/ 0 w 550226"/>
                <a:gd name="connsiteY3" fmla="*/ 0 h 579120"/>
                <a:gd name="connsiteX0" fmla="*/ 0 w 550226"/>
                <a:gd name="connsiteY0" fmla="*/ 0 h 579120"/>
                <a:gd name="connsiteX1" fmla="*/ 500856 w 550226"/>
                <a:gd name="connsiteY1" fmla="*/ 84018 h 579120"/>
                <a:gd name="connsiteX2" fmla="*/ 550226 w 550226"/>
                <a:gd name="connsiteY2" fmla="*/ 579120 h 579120"/>
                <a:gd name="connsiteX3" fmla="*/ 0 w 550226"/>
                <a:gd name="connsiteY3" fmla="*/ 0 h 579120"/>
                <a:gd name="connsiteX0" fmla="*/ 0 w 569276"/>
                <a:gd name="connsiteY0" fmla="*/ 0 h 586740"/>
                <a:gd name="connsiteX1" fmla="*/ 500856 w 569276"/>
                <a:gd name="connsiteY1" fmla="*/ 84018 h 586740"/>
                <a:gd name="connsiteX2" fmla="*/ 569276 w 569276"/>
                <a:gd name="connsiteY2" fmla="*/ 586740 h 586740"/>
                <a:gd name="connsiteX3" fmla="*/ 0 w 569276"/>
                <a:gd name="connsiteY3" fmla="*/ 0 h 586740"/>
                <a:gd name="connsiteX0" fmla="*/ 0 w 582611"/>
                <a:gd name="connsiteY0" fmla="*/ 0 h 607695"/>
                <a:gd name="connsiteX1" fmla="*/ 514191 w 582611"/>
                <a:gd name="connsiteY1" fmla="*/ 104973 h 607695"/>
                <a:gd name="connsiteX2" fmla="*/ 582611 w 582611"/>
                <a:gd name="connsiteY2" fmla="*/ 607695 h 607695"/>
                <a:gd name="connsiteX3" fmla="*/ 0 w 582611"/>
                <a:gd name="connsiteY3" fmla="*/ 0 h 607695"/>
                <a:gd name="connsiteX0" fmla="*/ 0 w 582611"/>
                <a:gd name="connsiteY0" fmla="*/ 0 h 609600"/>
                <a:gd name="connsiteX1" fmla="*/ 514191 w 582611"/>
                <a:gd name="connsiteY1" fmla="*/ 106878 h 609600"/>
                <a:gd name="connsiteX2" fmla="*/ 582611 w 582611"/>
                <a:gd name="connsiteY2" fmla="*/ 609600 h 609600"/>
                <a:gd name="connsiteX3" fmla="*/ 0 w 582611"/>
                <a:gd name="connsiteY3" fmla="*/ 0 h 609600"/>
                <a:gd name="connsiteX0" fmla="*/ 0 w 586421"/>
                <a:gd name="connsiteY0" fmla="*/ 0 h 609600"/>
                <a:gd name="connsiteX1" fmla="*/ 518001 w 586421"/>
                <a:gd name="connsiteY1" fmla="*/ 106878 h 609600"/>
                <a:gd name="connsiteX2" fmla="*/ 586421 w 586421"/>
                <a:gd name="connsiteY2" fmla="*/ 609600 h 609600"/>
                <a:gd name="connsiteX3" fmla="*/ 0 w 586421"/>
                <a:gd name="connsiteY3" fmla="*/ 0 h 609600"/>
                <a:gd name="connsiteX0" fmla="*/ 0 w 595946"/>
                <a:gd name="connsiteY0" fmla="*/ 0 h 626745"/>
                <a:gd name="connsiteX1" fmla="*/ 518001 w 595946"/>
                <a:gd name="connsiteY1" fmla="*/ 106878 h 626745"/>
                <a:gd name="connsiteX2" fmla="*/ 595946 w 595946"/>
                <a:gd name="connsiteY2" fmla="*/ 626745 h 626745"/>
                <a:gd name="connsiteX3" fmla="*/ 0 w 595946"/>
                <a:gd name="connsiteY3" fmla="*/ 0 h 626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5946" h="626745">
                  <a:moveTo>
                    <a:pt x="0" y="0"/>
                  </a:moveTo>
                  <a:lnTo>
                    <a:pt x="518001" y="106878"/>
                  </a:lnTo>
                  <a:lnTo>
                    <a:pt x="595946" y="6267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B230">
                <a:alpha val="3490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Triângulo isósceles 26">
              <a:extLst>
                <a:ext uri="{FF2B5EF4-FFF2-40B4-BE49-F238E27FC236}">
                  <a16:creationId xmlns:a16="http://schemas.microsoft.com/office/drawing/2014/main" id="{12F95BBE-BF9F-4AAB-8AE5-8E5429A17F50}"/>
                </a:ext>
              </a:extLst>
            </p:cNvPr>
            <p:cNvSpPr/>
            <p:nvPr/>
          </p:nvSpPr>
          <p:spPr>
            <a:xfrm>
              <a:off x="5180445" y="2860364"/>
              <a:ext cx="695166" cy="742752"/>
            </a:xfrm>
            <a:custGeom>
              <a:avLst/>
              <a:gdLst>
                <a:gd name="connsiteX0" fmla="*/ 0 w 586421"/>
                <a:gd name="connsiteY0" fmla="*/ 641787 h 641787"/>
                <a:gd name="connsiteX1" fmla="*/ 293211 w 586421"/>
                <a:gd name="connsiteY1" fmla="*/ 0 h 641787"/>
                <a:gd name="connsiteX2" fmla="*/ 586421 w 586421"/>
                <a:gd name="connsiteY2" fmla="*/ 641787 h 641787"/>
                <a:gd name="connsiteX3" fmla="*/ 0 w 586421"/>
                <a:gd name="connsiteY3" fmla="*/ 641787 h 641787"/>
                <a:gd name="connsiteX0" fmla="*/ 0 w 1327466"/>
                <a:gd name="connsiteY0" fmla="*/ 921822 h 921822"/>
                <a:gd name="connsiteX1" fmla="*/ 1034256 w 1327466"/>
                <a:gd name="connsiteY1" fmla="*/ 0 h 921822"/>
                <a:gd name="connsiteX2" fmla="*/ 1327466 w 1327466"/>
                <a:gd name="connsiteY2" fmla="*/ 641787 h 921822"/>
                <a:gd name="connsiteX3" fmla="*/ 0 w 1327466"/>
                <a:gd name="connsiteY3" fmla="*/ 921822 h 921822"/>
                <a:gd name="connsiteX0" fmla="*/ 0 w 1034256"/>
                <a:gd name="connsiteY0" fmla="*/ 921822 h 1036122"/>
                <a:gd name="connsiteX1" fmla="*/ 1034256 w 1034256"/>
                <a:gd name="connsiteY1" fmla="*/ 0 h 1036122"/>
                <a:gd name="connsiteX2" fmla="*/ 542606 w 1034256"/>
                <a:gd name="connsiteY2" fmla="*/ 1036122 h 1036122"/>
                <a:gd name="connsiteX3" fmla="*/ 0 w 1034256"/>
                <a:gd name="connsiteY3" fmla="*/ 921822 h 1036122"/>
                <a:gd name="connsiteX0" fmla="*/ 0 w 636111"/>
                <a:gd name="connsiteY0" fmla="*/ 605592 h 719892"/>
                <a:gd name="connsiteX1" fmla="*/ 636111 w 636111"/>
                <a:gd name="connsiteY1" fmla="*/ 0 h 719892"/>
                <a:gd name="connsiteX2" fmla="*/ 542606 w 636111"/>
                <a:gd name="connsiteY2" fmla="*/ 719892 h 719892"/>
                <a:gd name="connsiteX3" fmla="*/ 0 w 636111"/>
                <a:gd name="connsiteY3" fmla="*/ 605592 h 719892"/>
                <a:gd name="connsiteX0" fmla="*/ 0 w 662781"/>
                <a:gd name="connsiteY0" fmla="*/ 618927 h 733227"/>
                <a:gd name="connsiteX1" fmla="*/ 662781 w 662781"/>
                <a:gd name="connsiteY1" fmla="*/ 0 h 733227"/>
                <a:gd name="connsiteX2" fmla="*/ 542606 w 662781"/>
                <a:gd name="connsiteY2" fmla="*/ 733227 h 733227"/>
                <a:gd name="connsiteX3" fmla="*/ 0 w 662781"/>
                <a:gd name="connsiteY3" fmla="*/ 618927 h 733227"/>
                <a:gd name="connsiteX0" fmla="*/ 0 w 678021"/>
                <a:gd name="connsiteY0" fmla="*/ 613212 h 733227"/>
                <a:gd name="connsiteX1" fmla="*/ 678021 w 678021"/>
                <a:gd name="connsiteY1" fmla="*/ 0 h 733227"/>
                <a:gd name="connsiteX2" fmla="*/ 557846 w 678021"/>
                <a:gd name="connsiteY2" fmla="*/ 733227 h 733227"/>
                <a:gd name="connsiteX3" fmla="*/ 0 w 678021"/>
                <a:gd name="connsiteY3" fmla="*/ 613212 h 733227"/>
                <a:gd name="connsiteX0" fmla="*/ 0 w 691356"/>
                <a:gd name="connsiteY0" fmla="*/ 618927 h 738942"/>
                <a:gd name="connsiteX1" fmla="*/ 691356 w 691356"/>
                <a:gd name="connsiteY1" fmla="*/ 0 h 738942"/>
                <a:gd name="connsiteX2" fmla="*/ 557846 w 691356"/>
                <a:gd name="connsiteY2" fmla="*/ 738942 h 738942"/>
                <a:gd name="connsiteX3" fmla="*/ 0 w 691356"/>
                <a:gd name="connsiteY3" fmla="*/ 618927 h 738942"/>
                <a:gd name="connsiteX0" fmla="*/ 0 w 691356"/>
                <a:gd name="connsiteY0" fmla="*/ 618927 h 742752"/>
                <a:gd name="connsiteX1" fmla="*/ 691356 w 691356"/>
                <a:gd name="connsiteY1" fmla="*/ 0 h 742752"/>
                <a:gd name="connsiteX2" fmla="*/ 555941 w 691356"/>
                <a:gd name="connsiteY2" fmla="*/ 742752 h 742752"/>
                <a:gd name="connsiteX3" fmla="*/ 0 w 691356"/>
                <a:gd name="connsiteY3" fmla="*/ 618927 h 742752"/>
                <a:gd name="connsiteX0" fmla="*/ 0 w 689451"/>
                <a:gd name="connsiteY0" fmla="*/ 622737 h 742752"/>
                <a:gd name="connsiteX1" fmla="*/ 689451 w 689451"/>
                <a:gd name="connsiteY1" fmla="*/ 0 h 742752"/>
                <a:gd name="connsiteX2" fmla="*/ 554036 w 689451"/>
                <a:gd name="connsiteY2" fmla="*/ 742752 h 742752"/>
                <a:gd name="connsiteX3" fmla="*/ 0 w 689451"/>
                <a:gd name="connsiteY3" fmla="*/ 622737 h 742752"/>
                <a:gd name="connsiteX0" fmla="*/ 0 w 695166"/>
                <a:gd name="connsiteY0" fmla="*/ 624642 h 742752"/>
                <a:gd name="connsiteX1" fmla="*/ 695166 w 695166"/>
                <a:gd name="connsiteY1" fmla="*/ 0 h 742752"/>
                <a:gd name="connsiteX2" fmla="*/ 559751 w 695166"/>
                <a:gd name="connsiteY2" fmla="*/ 742752 h 742752"/>
                <a:gd name="connsiteX3" fmla="*/ 0 w 695166"/>
                <a:gd name="connsiteY3" fmla="*/ 624642 h 742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5166" h="742752">
                  <a:moveTo>
                    <a:pt x="0" y="624642"/>
                  </a:moveTo>
                  <a:lnTo>
                    <a:pt x="695166" y="0"/>
                  </a:lnTo>
                  <a:lnTo>
                    <a:pt x="559751" y="742752"/>
                  </a:lnTo>
                  <a:lnTo>
                    <a:pt x="0" y="624642"/>
                  </a:lnTo>
                  <a:close/>
                </a:path>
              </a:pathLst>
            </a:custGeom>
            <a:solidFill>
              <a:srgbClr val="FFFF00">
                <a:alpha val="47059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43" name="Conector reto 142">
              <a:extLst>
                <a:ext uri="{FF2B5EF4-FFF2-40B4-BE49-F238E27FC236}">
                  <a16:creationId xmlns:a16="http://schemas.microsoft.com/office/drawing/2014/main" id="{5022C840-7250-43B7-B524-C05654B84A6B}"/>
                </a:ext>
              </a:extLst>
            </p:cNvPr>
            <p:cNvCxnSpPr>
              <a:cxnSpLocks/>
            </p:cNvCxnSpPr>
            <p:nvPr/>
          </p:nvCxnSpPr>
          <p:spPr>
            <a:xfrm>
              <a:off x="4539259" y="2928215"/>
              <a:ext cx="628456" cy="570914"/>
            </a:xfrm>
            <a:prstGeom prst="line">
              <a:avLst/>
            </a:prstGeom>
            <a:ln w="6350">
              <a:solidFill>
                <a:schemeClr val="accent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ector reto 143">
              <a:extLst>
                <a:ext uri="{FF2B5EF4-FFF2-40B4-BE49-F238E27FC236}">
                  <a16:creationId xmlns:a16="http://schemas.microsoft.com/office/drawing/2014/main" id="{CE3C4675-B1E2-4157-8EBB-CCDE9019CD35}"/>
                </a:ext>
              </a:extLst>
            </p:cNvPr>
            <p:cNvCxnSpPr>
              <a:cxnSpLocks/>
              <a:endCxn id="88" idx="3"/>
            </p:cNvCxnSpPr>
            <p:nvPr/>
          </p:nvCxnSpPr>
          <p:spPr>
            <a:xfrm flipH="1">
              <a:off x="4842075" y="3487531"/>
              <a:ext cx="310874" cy="615204"/>
            </a:xfrm>
            <a:prstGeom prst="line">
              <a:avLst/>
            </a:prstGeom>
            <a:ln w="6350">
              <a:solidFill>
                <a:schemeClr val="accent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ector reto 106">
              <a:extLst>
                <a:ext uri="{FF2B5EF4-FFF2-40B4-BE49-F238E27FC236}">
                  <a16:creationId xmlns:a16="http://schemas.microsoft.com/office/drawing/2014/main" id="{15780971-9105-4B73-8A45-4EBF3023EF02}"/>
                </a:ext>
              </a:extLst>
            </p:cNvPr>
            <p:cNvCxnSpPr>
              <a:cxnSpLocks/>
            </p:cNvCxnSpPr>
            <p:nvPr/>
          </p:nvCxnSpPr>
          <p:spPr>
            <a:xfrm>
              <a:off x="5220110" y="3509015"/>
              <a:ext cx="561959" cy="595177"/>
            </a:xfrm>
            <a:prstGeom prst="line">
              <a:avLst/>
            </a:prstGeom>
            <a:ln w="63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21" name="Objeto 120">
              <a:extLst>
                <a:ext uri="{FF2B5EF4-FFF2-40B4-BE49-F238E27FC236}">
                  <a16:creationId xmlns:a16="http://schemas.microsoft.com/office/drawing/2014/main" id="{DCE26817-0823-4E96-9A61-AFAA51B5528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59802144"/>
                </p:ext>
              </p:extLst>
            </p:nvPr>
          </p:nvGraphicFramePr>
          <p:xfrm>
            <a:off x="5203825" y="2654624"/>
            <a:ext cx="3048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1" name="Equation" r:id="rId3" imgW="304560" imgH="279360" progId="Equation.DSMT4">
                    <p:embed/>
                  </p:oleObj>
                </mc:Choice>
                <mc:Fallback>
                  <p:oleObj name="Equation" r:id="rId3" imgW="304560" imgH="279360" progId="Equation.DSMT4">
                    <p:embed/>
                    <p:pic>
                      <p:nvPicPr>
                        <p:cNvPr id="121" name="Objeto 120">
                          <a:extLst>
                            <a:ext uri="{FF2B5EF4-FFF2-40B4-BE49-F238E27FC236}">
                              <a16:creationId xmlns:a16="http://schemas.microsoft.com/office/drawing/2014/main" id="{DCE26817-0823-4E96-9A61-AFAA51B5528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203825" y="2654624"/>
                          <a:ext cx="3048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4" name="Objeto 123">
              <a:extLst>
                <a:ext uri="{FF2B5EF4-FFF2-40B4-BE49-F238E27FC236}">
                  <a16:creationId xmlns:a16="http://schemas.microsoft.com/office/drawing/2014/main" id="{438947D5-F991-4713-9364-7579459452D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35823034"/>
                </p:ext>
              </p:extLst>
            </p:nvPr>
          </p:nvGraphicFramePr>
          <p:xfrm>
            <a:off x="5942013" y="2605412"/>
            <a:ext cx="1778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2" name="Equation" r:id="rId5" imgW="177480" imgH="279360" progId="Equation.DSMT4">
                    <p:embed/>
                  </p:oleObj>
                </mc:Choice>
                <mc:Fallback>
                  <p:oleObj name="Equation" r:id="rId5" imgW="177480" imgH="279360" progId="Equation.DSMT4">
                    <p:embed/>
                    <p:pic>
                      <p:nvPicPr>
                        <p:cNvPr id="124" name="Objeto 123">
                          <a:extLst>
                            <a:ext uri="{FF2B5EF4-FFF2-40B4-BE49-F238E27FC236}">
                              <a16:creationId xmlns:a16="http://schemas.microsoft.com/office/drawing/2014/main" id="{438947D5-F991-4713-9364-7579459452D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942013" y="2605412"/>
                          <a:ext cx="1778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id="{474481BE-0C98-4FF2-8A2E-3DBBC92F7348}"/>
                </a:ext>
              </a:extLst>
            </p:cNvPr>
            <p:cNvCxnSpPr>
              <a:cxnSpLocks/>
            </p:cNvCxnSpPr>
            <p:nvPr/>
          </p:nvCxnSpPr>
          <p:spPr>
            <a:xfrm>
              <a:off x="5198941" y="3491276"/>
              <a:ext cx="1080391" cy="22773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ector reto 72">
              <a:extLst>
                <a:ext uri="{FF2B5EF4-FFF2-40B4-BE49-F238E27FC236}">
                  <a16:creationId xmlns:a16="http://schemas.microsoft.com/office/drawing/2014/main" id="{C2FA41FD-C05C-4D83-A140-6D88BC19CF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66655" y="2386805"/>
              <a:ext cx="26812" cy="110394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ector reto 73">
              <a:extLst>
                <a:ext uri="{FF2B5EF4-FFF2-40B4-BE49-F238E27FC236}">
                  <a16:creationId xmlns:a16="http://schemas.microsoft.com/office/drawing/2014/main" id="{627FDBB1-EF36-4382-B139-13DF3EAECD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44535" y="3490752"/>
              <a:ext cx="1122120" cy="18650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ector reto 74">
              <a:extLst>
                <a:ext uri="{FF2B5EF4-FFF2-40B4-BE49-F238E27FC236}">
                  <a16:creationId xmlns:a16="http://schemas.microsoft.com/office/drawing/2014/main" id="{E44BFC39-6919-433E-9F03-D49D66D1881C}"/>
                </a:ext>
              </a:extLst>
            </p:cNvPr>
            <p:cNvCxnSpPr>
              <a:cxnSpLocks/>
            </p:cNvCxnSpPr>
            <p:nvPr/>
          </p:nvCxnSpPr>
          <p:spPr>
            <a:xfrm>
              <a:off x="5180717" y="3481550"/>
              <a:ext cx="206944" cy="112736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ector reto 77">
              <a:extLst>
                <a:ext uri="{FF2B5EF4-FFF2-40B4-BE49-F238E27FC236}">
                  <a16:creationId xmlns:a16="http://schemas.microsoft.com/office/drawing/2014/main" id="{9AEB6445-3B81-44FC-AA10-21274186EF62}"/>
                </a:ext>
              </a:extLst>
            </p:cNvPr>
            <p:cNvCxnSpPr>
              <a:cxnSpLocks/>
              <a:endCxn id="27" idx="1"/>
            </p:cNvCxnSpPr>
            <p:nvPr/>
          </p:nvCxnSpPr>
          <p:spPr>
            <a:xfrm flipV="1">
              <a:off x="5232405" y="2860364"/>
              <a:ext cx="643206" cy="568636"/>
            </a:xfrm>
            <a:prstGeom prst="line">
              <a:avLst/>
            </a:prstGeom>
            <a:ln w="63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ector reto 79">
              <a:extLst>
                <a:ext uri="{FF2B5EF4-FFF2-40B4-BE49-F238E27FC236}">
                  <a16:creationId xmlns:a16="http://schemas.microsoft.com/office/drawing/2014/main" id="{A58B0210-3FDE-4650-9C12-D748F623A7E1}"/>
                </a:ext>
              </a:extLst>
            </p:cNvPr>
            <p:cNvCxnSpPr>
              <a:cxnSpLocks/>
              <a:stCxn id="27" idx="2"/>
            </p:cNvCxnSpPr>
            <p:nvPr/>
          </p:nvCxnSpPr>
          <p:spPr>
            <a:xfrm flipV="1">
              <a:off x="5740196" y="2911928"/>
              <a:ext cx="132290" cy="691188"/>
            </a:xfrm>
            <a:prstGeom prst="line">
              <a:avLst/>
            </a:prstGeom>
            <a:ln w="63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 reto 84">
              <a:extLst>
                <a:ext uri="{FF2B5EF4-FFF2-40B4-BE49-F238E27FC236}">
                  <a16:creationId xmlns:a16="http://schemas.microsoft.com/office/drawing/2014/main" id="{6CFA1BE4-DF3D-4300-A62A-7ED36601AE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98126" y="2869130"/>
              <a:ext cx="576349" cy="85596"/>
            </a:xfrm>
            <a:prstGeom prst="line">
              <a:avLst/>
            </a:prstGeom>
            <a:ln w="6350">
              <a:solidFill>
                <a:schemeClr val="accent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3CE1F281-5699-4678-BE98-AF04C33D1283}"/>
                </a:ext>
              </a:extLst>
            </p:cNvPr>
            <p:cNvSpPr/>
            <p:nvPr/>
          </p:nvSpPr>
          <p:spPr>
            <a:xfrm rot="10800000">
              <a:off x="5795720" y="2745716"/>
              <a:ext cx="144820" cy="15406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0" name="Elipse 129">
              <a:extLst>
                <a:ext uri="{FF2B5EF4-FFF2-40B4-BE49-F238E27FC236}">
                  <a16:creationId xmlns:a16="http://schemas.microsoft.com/office/drawing/2014/main" id="{7A0E5A23-415E-47DD-966B-8231244F83FA}"/>
                </a:ext>
              </a:extLst>
            </p:cNvPr>
            <p:cNvSpPr/>
            <p:nvPr/>
          </p:nvSpPr>
          <p:spPr>
            <a:xfrm rot="10800000">
              <a:off x="6158796" y="3641978"/>
              <a:ext cx="144820" cy="15406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2" name="Conector reto 101">
              <a:extLst>
                <a:ext uri="{FF2B5EF4-FFF2-40B4-BE49-F238E27FC236}">
                  <a16:creationId xmlns:a16="http://schemas.microsoft.com/office/drawing/2014/main" id="{7E93BB51-4ACB-4035-BC7C-C475D3C0EF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39136" y="3607486"/>
              <a:ext cx="63230" cy="461048"/>
            </a:xfrm>
            <a:prstGeom prst="line">
              <a:avLst/>
            </a:prstGeom>
            <a:ln w="63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Elipse 110">
              <a:extLst>
                <a:ext uri="{FF2B5EF4-FFF2-40B4-BE49-F238E27FC236}">
                  <a16:creationId xmlns:a16="http://schemas.microsoft.com/office/drawing/2014/main" id="{898C5B2B-4E6D-4603-A2F2-49EC4E068DB2}"/>
                </a:ext>
              </a:extLst>
            </p:cNvPr>
            <p:cNvSpPr/>
            <p:nvPr/>
          </p:nvSpPr>
          <p:spPr>
            <a:xfrm rot="10800000">
              <a:off x="5100104" y="2352475"/>
              <a:ext cx="144820" cy="15406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Elipse 112">
              <a:extLst>
                <a:ext uri="{FF2B5EF4-FFF2-40B4-BE49-F238E27FC236}">
                  <a16:creationId xmlns:a16="http://schemas.microsoft.com/office/drawing/2014/main" id="{CD0102EB-75FF-4A36-BF7A-9E46381ED6E5}"/>
                </a:ext>
              </a:extLst>
            </p:cNvPr>
            <p:cNvSpPr/>
            <p:nvPr/>
          </p:nvSpPr>
          <p:spPr>
            <a:xfrm rot="10800000">
              <a:off x="4017570" y="3608313"/>
              <a:ext cx="144820" cy="15406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Elipse 117">
              <a:extLst>
                <a:ext uri="{FF2B5EF4-FFF2-40B4-BE49-F238E27FC236}">
                  <a16:creationId xmlns:a16="http://schemas.microsoft.com/office/drawing/2014/main" id="{BA6D31D5-8888-41BE-82C4-139046E5722F}"/>
                </a:ext>
              </a:extLst>
            </p:cNvPr>
            <p:cNvSpPr/>
            <p:nvPr/>
          </p:nvSpPr>
          <p:spPr>
            <a:xfrm rot="10800000">
              <a:off x="5310087" y="4464791"/>
              <a:ext cx="144820" cy="15406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5" name="Conector reto 124">
              <a:extLst>
                <a:ext uri="{FF2B5EF4-FFF2-40B4-BE49-F238E27FC236}">
                  <a16:creationId xmlns:a16="http://schemas.microsoft.com/office/drawing/2014/main" id="{BB84F0AA-3911-4150-8D7F-984318F61ABF}"/>
                </a:ext>
              </a:extLst>
            </p:cNvPr>
            <p:cNvCxnSpPr>
              <a:cxnSpLocks/>
            </p:cNvCxnSpPr>
            <p:nvPr/>
          </p:nvCxnSpPr>
          <p:spPr>
            <a:xfrm>
              <a:off x="4520641" y="2903162"/>
              <a:ext cx="645492" cy="53893"/>
            </a:xfrm>
            <a:prstGeom prst="line">
              <a:avLst/>
            </a:prstGeom>
            <a:ln w="6350">
              <a:solidFill>
                <a:schemeClr val="accent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ector reto 138">
              <a:extLst>
                <a:ext uri="{FF2B5EF4-FFF2-40B4-BE49-F238E27FC236}">
                  <a16:creationId xmlns:a16="http://schemas.microsoft.com/office/drawing/2014/main" id="{CB4D21A2-42FD-4EB0-918C-5EF5EC9C2D17}"/>
                </a:ext>
              </a:extLst>
            </p:cNvPr>
            <p:cNvCxnSpPr>
              <a:cxnSpLocks/>
            </p:cNvCxnSpPr>
            <p:nvPr/>
          </p:nvCxnSpPr>
          <p:spPr>
            <a:xfrm>
              <a:off x="4506132" y="2943502"/>
              <a:ext cx="71538" cy="651701"/>
            </a:xfrm>
            <a:prstGeom prst="line">
              <a:avLst/>
            </a:prstGeom>
            <a:ln w="6350">
              <a:solidFill>
                <a:schemeClr val="accent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onector reto 139">
              <a:extLst>
                <a:ext uri="{FF2B5EF4-FFF2-40B4-BE49-F238E27FC236}">
                  <a16:creationId xmlns:a16="http://schemas.microsoft.com/office/drawing/2014/main" id="{485A46F0-58B3-495E-AE0A-6127873A99B4}"/>
                </a:ext>
              </a:extLst>
            </p:cNvPr>
            <p:cNvCxnSpPr>
              <a:cxnSpLocks/>
            </p:cNvCxnSpPr>
            <p:nvPr/>
          </p:nvCxnSpPr>
          <p:spPr>
            <a:xfrm>
              <a:off x="4569369" y="3595203"/>
              <a:ext cx="201820" cy="587519"/>
            </a:xfrm>
            <a:prstGeom prst="line">
              <a:avLst/>
            </a:prstGeom>
            <a:ln w="6350">
              <a:solidFill>
                <a:schemeClr val="accent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ector reto 140">
              <a:extLst>
                <a:ext uri="{FF2B5EF4-FFF2-40B4-BE49-F238E27FC236}">
                  <a16:creationId xmlns:a16="http://schemas.microsoft.com/office/drawing/2014/main" id="{441E6957-ACED-465C-BE63-0452191468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69176" y="4009834"/>
              <a:ext cx="484437" cy="172682"/>
            </a:xfrm>
            <a:prstGeom prst="line">
              <a:avLst/>
            </a:prstGeom>
            <a:ln w="6350">
              <a:solidFill>
                <a:schemeClr val="accent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onector reto 141">
              <a:extLst>
                <a:ext uri="{FF2B5EF4-FFF2-40B4-BE49-F238E27FC236}">
                  <a16:creationId xmlns:a16="http://schemas.microsoft.com/office/drawing/2014/main" id="{C57BB56B-DA13-4E22-9EA1-05934092353C}"/>
                </a:ext>
              </a:extLst>
            </p:cNvPr>
            <p:cNvCxnSpPr>
              <a:cxnSpLocks/>
            </p:cNvCxnSpPr>
            <p:nvPr/>
          </p:nvCxnSpPr>
          <p:spPr>
            <a:xfrm>
              <a:off x="5293006" y="4008348"/>
              <a:ext cx="546889" cy="115722"/>
            </a:xfrm>
            <a:prstGeom prst="line">
              <a:avLst/>
            </a:prstGeom>
            <a:ln w="6350">
              <a:solidFill>
                <a:schemeClr val="accent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Elipse 86">
              <a:extLst>
                <a:ext uri="{FF2B5EF4-FFF2-40B4-BE49-F238E27FC236}">
                  <a16:creationId xmlns:a16="http://schemas.microsoft.com/office/drawing/2014/main" id="{C6FAA71A-E1AD-49B8-9EBD-971E988B4C13}"/>
                </a:ext>
              </a:extLst>
            </p:cNvPr>
            <p:cNvSpPr/>
            <p:nvPr/>
          </p:nvSpPr>
          <p:spPr>
            <a:xfrm rot="10800000">
              <a:off x="4419060" y="2822748"/>
              <a:ext cx="144820" cy="15406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Elipse 87">
              <a:extLst>
                <a:ext uri="{FF2B5EF4-FFF2-40B4-BE49-F238E27FC236}">
                  <a16:creationId xmlns:a16="http://schemas.microsoft.com/office/drawing/2014/main" id="{131B4B66-B400-4722-B9C9-F14DA70EC507}"/>
                </a:ext>
              </a:extLst>
            </p:cNvPr>
            <p:cNvSpPr/>
            <p:nvPr/>
          </p:nvSpPr>
          <p:spPr>
            <a:xfrm rot="10800000">
              <a:off x="4718463" y="4080173"/>
              <a:ext cx="144820" cy="15406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Seta: para a Direita 93">
              <a:extLst>
                <a:ext uri="{FF2B5EF4-FFF2-40B4-BE49-F238E27FC236}">
                  <a16:creationId xmlns:a16="http://schemas.microsoft.com/office/drawing/2014/main" id="{21A37B06-E16B-424B-BC86-A43BB8C688EE}"/>
                </a:ext>
              </a:extLst>
            </p:cNvPr>
            <p:cNvSpPr/>
            <p:nvPr/>
          </p:nvSpPr>
          <p:spPr>
            <a:xfrm rot="6329644">
              <a:off x="5483008" y="3425094"/>
              <a:ext cx="124925" cy="139498"/>
            </a:xfrm>
            <a:prstGeom prst="rightArrow">
              <a:avLst/>
            </a:prstGeom>
            <a:solidFill>
              <a:schemeClr val="accent5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7" name="Seta: para a Direita 146">
              <a:extLst>
                <a:ext uri="{FF2B5EF4-FFF2-40B4-BE49-F238E27FC236}">
                  <a16:creationId xmlns:a16="http://schemas.microsoft.com/office/drawing/2014/main" id="{F5BB766A-7C9C-475A-B257-3C8A1DFA8B19}"/>
                </a:ext>
              </a:extLst>
            </p:cNvPr>
            <p:cNvSpPr/>
            <p:nvPr/>
          </p:nvSpPr>
          <p:spPr>
            <a:xfrm rot="17264421">
              <a:off x="5443021" y="3556172"/>
              <a:ext cx="124925" cy="139498"/>
            </a:xfrm>
            <a:prstGeom prst="rightArrow">
              <a:avLst/>
            </a:prstGeom>
            <a:solidFill>
              <a:schemeClr val="accent5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8" name="Seta: para a Direita 147">
              <a:extLst>
                <a:ext uri="{FF2B5EF4-FFF2-40B4-BE49-F238E27FC236}">
                  <a16:creationId xmlns:a16="http://schemas.microsoft.com/office/drawing/2014/main" id="{FC07D4BC-852F-4A14-99C6-E4AB97FD4135}"/>
                </a:ext>
              </a:extLst>
            </p:cNvPr>
            <p:cNvSpPr/>
            <p:nvPr/>
          </p:nvSpPr>
          <p:spPr>
            <a:xfrm rot="10800000">
              <a:off x="5187527" y="3088344"/>
              <a:ext cx="124925" cy="139498"/>
            </a:xfrm>
            <a:prstGeom prst="rightArrow">
              <a:avLst/>
            </a:prstGeom>
            <a:solidFill>
              <a:schemeClr val="accent5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9" name="Seta: para a Direita 148">
              <a:extLst>
                <a:ext uri="{FF2B5EF4-FFF2-40B4-BE49-F238E27FC236}">
                  <a16:creationId xmlns:a16="http://schemas.microsoft.com/office/drawing/2014/main" id="{8F15B2FA-42C0-4EEF-B7A9-D2C319266A40}"/>
                </a:ext>
              </a:extLst>
            </p:cNvPr>
            <p:cNvSpPr/>
            <p:nvPr/>
          </p:nvSpPr>
          <p:spPr>
            <a:xfrm rot="249755">
              <a:off x="5052945" y="3081631"/>
              <a:ext cx="124925" cy="139498"/>
            </a:xfrm>
            <a:prstGeom prst="rightArrow">
              <a:avLst/>
            </a:prstGeom>
            <a:solidFill>
              <a:schemeClr val="accent5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0" name="Seta: para a Direita 149">
              <a:extLst>
                <a:ext uri="{FF2B5EF4-FFF2-40B4-BE49-F238E27FC236}">
                  <a16:creationId xmlns:a16="http://schemas.microsoft.com/office/drawing/2014/main" id="{EE487141-7D5A-4429-9192-E363617358F2}"/>
                </a:ext>
              </a:extLst>
            </p:cNvPr>
            <p:cNvSpPr/>
            <p:nvPr/>
          </p:nvSpPr>
          <p:spPr>
            <a:xfrm rot="4943719">
              <a:off x="4748980" y="3413721"/>
              <a:ext cx="124925" cy="139498"/>
            </a:xfrm>
            <a:prstGeom prst="rightArrow">
              <a:avLst/>
            </a:prstGeom>
            <a:solidFill>
              <a:schemeClr val="accent5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1" name="Seta: para a Direita 150">
              <a:extLst>
                <a:ext uri="{FF2B5EF4-FFF2-40B4-BE49-F238E27FC236}">
                  <a16:creationId xmlns:a16="http://schemas.microsoft.com/office/drawing/2014/main" id="{DA3267F9-75BF-4F62-A064-482C68004A06}"/>
                </a:ext>
              </a:extLst>
            </p:cNvPr>
            <p:cNvSpPr/>
            <p:nvPr/>
          </p:nvSpPr>
          <p:spPr>
            <a:xfrm rot="15790516">
              <a:off x="4765855" y="3554037"/>
              <a:ext cx="124925" cy="139498"/>
            </a:xfrm>
            <a:prstGeom prst="rightArrow">
              <a:avLst/>
            </a:prstGeom>
            <a:solidFill>
              <a:schemeClr val="accent5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2" name="Seta: para a Direita 151">
              <a:extLst>
                <a:ext uri="{FF2B5EF4-FFF2-40B4-BE49-F238E27FC236}">
                  <a16:creationId xmlns:a16="http://schemas.microsoft.com/office/drawing/2014/main" id="{9F46EDD5-4275-465E-9B05-C2494BD0D4B8}"/>
                </a:ext>
              </a:extLst>
            </p:cNvPr>
            <p:cNvSpPr/>
            <p:nvPr/>
          </p:nvSpPr>
          <p:spPr>
            <a:xfrm rot="21162559">
              <a:off x="5103470" y="3715031"/>
              <a:ext cx="124925" cy="139498"/>
            </a:xfrm>
            <a:prstGeom prst="rightArrow">
              <a:avLst/>
            </a:prstGeom>
            <a:solidFill>
              <a:schemeClr val="accent5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3" name="Seta: para a Direita 152">
              <a:extLst>
                <a:ext uri="{FF2B5EF4-FFF2-40B4-BE49-F238E27FC236}">
                  <a16:creationId xmlns:a16="http://schemas.microsoft.com/office/drawing/2014/main" id="{2BF9C754-C4C3-45C2-9700-A4ADEFE9E262}"/>
                </a:ext>
              </a:extLst>
            </p:cNvPr>
            <p:cNvSpPr/>
            <p:nvPr/>
          </p:nvSpPr>
          <p:spPr>
            <a:xfrm rot="10432823">
              <a:off x="5240992" y="3691607"/>
              <a:ext cx="124925" cy="139498"/>
            </a:xfrm>
            <a:prstGeom prst="rightArrow">
              <a:avLst/>
            </a:prstGeom>
            <a:solidFill>
              <a:schemeClr val="accent5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4" name="Elipse 153">
              <a:extLst>
                <a:ext uri="{FF2B5EF4-FFF2-40B4-BE49-F238E27FC236}">
                  <a16:creationId xmlns:a16="http://schemas.microsoft.com/office/drawing/2014/main" id="{224113CF-F2F3-4C12-B0F6-D13327883C07}"/>
                </a:ext>
              </a:extLst>
            </p:cNvPr>
            <p:cNvSpPr/>
            <p:nvPr/>
          </p:nvSpPr>
          <p:spPr>
            <a:xfrm rot="10800000">
              <a:off x="5689340" y="3566996"/>
              <a:ext cx="85135" cy="9118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5" name="Elipse 154">
              <a:extLst>
                <a:ext uri="{FF2B5EF4-FFF2-40B4-BE49-F238E27FC236}">
                  <a16:creationId xmlns:a16="http://schemas.microsoft.com/office/drawing/2014/main" id="{1107BD26-0A4F-49F1-BB5D-249407A608D0}"/>
                </a:ext>
              </a:extLst>
            </p:cNvPr>
            <p:cNvSpPr/>
            <p:nvPr/>
          </p:nvSpPr>
          <p:spPr>
            <a:xfrm rot="10800000">
              <a:off x="5141606" y="2914654"/>
              <a:ext cx="85135" cy="9118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6" name="Elipse 155">
              <a:extLst>
                <a:ext uri="{FF2B5EF4-FFF2-40B4-BE49-F238E27FC236}">
                  <a16:creationId xmlns:a16="http://schemas.microsoft.com/office/drawing/2014/main" id="{10D30395-E7AF-428C-BC5D-D12E2F799F39}"/>
                </a:ext>
              </a:extLst>
            </p:cNvPr>
            <p:cNvSpPr/>
            <p:nvPr/>
          </p:nvSpPr>
          <p:spPr>
            <a:xfrm rot="10800000">
              <a:off x="4543363" y="3548500"/>
              <a:ext cx="85135" cy="9118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7" name="Elipse 156">
              <a:extLst>
                <a:ext uri="{FF2B5EF4-FFF2-40B4-BE49-F238E27FC236}">
                  <a16:creationId xmlns:a16="http://schemas.microsoft.com/office/drawing/2014/main" id="{D7695F2C-976D-46B5-B93F-D03DC67001C9}"/>
                </a:ext>
              </a:extLst>
            </p:cNvPr>
            <p:cNvSpPr/>
            <p:nvPr/>
          </p:nvSpPr>
          <p:spPr>
            <a:xfrm rot="10800000">
              <a:off x="5224807" y="3978742"/>
              <a:ext cx="85135" cy="9118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9" name="Elipse 88">
              <a:extLst>
                <a:ext uri="{FF2B5EF4-FFF2-40B4-BE49-F238E27FC236}">
                  <a16:creationId xmlns:a16="http://schemas.microsoft.com/office/drawing/2014/main" id="{FC960698-4095-4966-8E68-8CC2CBB93009}"/>
                </a:ext>
              </a:extLst>
            </p:cNvPr>
            <p:cNvSpPr/>
            <p:nvPr/>
          </p:nvSpPr>
          <p:spPr>
            <a:xfrm rot="10800000">
              <a:off x="5760403" y="4039644"/>
              <a:ext cx="144820" cy="15406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aphicFrame>
          <p:nvGraphicFramePr>
            <p:cNvPr id="202" name="Objeto 201">
              <a:extLst>
                <a:ext uri="{FF2B5EF4-FFF2-40B4-BE49-F238E27FC236}">
                  <a16:creationId xmlns:a16="http://schemas.microsoft.com/office/drawing/2014/main" id="{49BC7F86-6631-4620-AFD3-62893518521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75041503"/>
                </p:ext>
              </p:extLst>
            </p:nvPr>
          </p:nvGraphicFramePr>
          <p:xfrm>
            <a:off x="5753440" y="3385453"/>
            <a:ext cx="1778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3" name="Equation" r:id="rId7" imgW="177480" imgH="279360" progId="Equation.DSMT4">
                    <p:embed/>
                  </p:oleObj>
                </mc:Choice>
                <mc:Fallback>
                  <p:oleObj name="Equation" r:id="rId7" imgW="177480" imgH="279360" progId="Equation.DSMT4">
                    <p:embed/>
                    <p:pic>
                      <p:nvPicPr>
                        <p:cNvPr id="124" name="Objeto 123">
                          <a:extLst>
                            <a:ext uri="{FF2B5EF4-FFF2-40B4-BE49-F238E27FC236}">
                              <a16:creationId xmlns:a16="http://schemas.microsoft.com/office/drawing/2014/main" id="{438947D5-F991-4713-9364-7579459452D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753440" y="3385453"/>
                          <a:ext cx="1778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3" name="Objeto 202">
              <a:extLst>
                <a:ext uri="{FF2B5EF4-FFF2-40B4-BE49-F238E27FC236}">
                  <a16:creationId xmlns:a16="http://schemas.microsoft.com/office/drawing/2014/main" id="{E1A80616-56DA-4AD0-A364-F5FA9EDC667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30820429"/>
                </p:ext>
              </p:extLst>
            </p:nvPr>
          </p:nvGraphicFramePr>
          <p:xfrm>
            <a:off x="5287814" y="3290993"/>
            <a:ext cx="1905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4" name="Equation" r:id="rId9" imgW="190440" imgH="253800" progId="Equation.DSMT4">
                    <p:embed/>
                  </p:oleObj>
                </mc:Choice>
                <mc:Fallback>
                  <p:oleObj name="Equation" r:id="rId9" imgW="190440" imgH="253800" progId="Equation.DSMT4">
                    <p:embed/>
                    <p:pic>
                      <p:nvPicPr>
                        <p:cNvPr id="121" name="Objeto 120">
                          <a:extLst>
                            <a:ext uri="{FF2B5EF4-FFF2-40B4-BE49-F238E27FC236}">
                              <a16:creationId xmlns:a16="http://schemas.microsoft.com/office/drawing/2014/main" id="{DCE26817-0823-4E96-9A61-AFAA51B5528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287814" y="3290993"/>
                          <a:ext cx="1905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7" name="Objeto 206">
              <a:extLst>
                <a:ext uri="{FF2B5EF4-FFF2-40B4-BE49-F238E27FC236}">
                  <a16:creationId xmlns:a16="http://schemas.microsoft.com/office/drawing/2014/main" id="{66784521-6196-4283-9C6E-1526597F8F4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8024092"/>
                </p:ext>
              </p:extLst>
            </p:nvPr>
          </p:nvGraphicFramePr>
          <p:xfrm>
            <a:off x="5920668" y="3954837"/>
            <a:ext cx="2921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5" name="Equation" r:id="rId11" imgW="291960" imgH="279360" progId="Equation.DSMT4">
                    <p:embed/>
                  </p:oleObj>
                </mc:Choice>
                <mc:Fallback>
                  <p:oleObj name="Equation" r:id="rId11" imgW="291960" imgH="279360" progId="Equation.DSMT4">
                    <p:embed/>
                    <p:pic>
                      <p:nvPicPr>
                        <p:cNvPr id="124" name="Objeto 123">
                          <a:extLst>
                            <a:ext uri="{FF2B5EF4-FFF2-40B4-BE49-F238E27FC236}">
                              <a16:creationId xmlns:a16="http://schemas.microsoft.com/office/drawing/2014/main" id="{438947D5-F991-4713-9364-7579459452D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920668" y="3954837"/>
                          <a:ext cx="2921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8" name="Elipse 207">
              <a:extLst>
                <a:ext uri="{FF2B5EF4-FFF2-40B4-BE49-F238E27FC236}">
                  <a16:creationId xmlns:a16="http://schemas.microsoft.com/office/drawing/2014/main" id="{3CD69A2E-63C8-44C5-8B12-B5605A8B2519}"/>
                </a:ext>
              </a:extLst>
            </p:cNvPr>
            <p:cNvSpPr/>
            <p:nvPr/>
          </p:nvSpPr>
          <p:spPr>
            <a:xfrm rot="10800000">
              <a:off x="5104394" y="3414321"/>
              <a:ext cx="144820" cy="154064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92877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Agrupar 33">
            <a:extLst>
              <a:ext uri="{FF2B5EF4-FFF2-40B4-BE49-F238E27FC236}">
                <a16:creationId xmlns:a16="http://schemas.microsoft.com/office/drawing/2014/main" id="{18129C70-D62D-4EA5-B2C4-3E1BC41059F1}"/>
              </a:ext>
            </a:extLst>
          </p:cNvPr>
          <p:cNvGrpSpPr/>
          <p:nvPr/>
        </p:nvGrpSpPr>
        <p:grpSpPr>
          <a:xfrm>
            <a:off x="4366536" y="2311555"/>
            <a:ext cx="2286046" cy="2267323"/>
            <a:chOff x="4366536" y="2311555"/>
            <a:chExt cx="2286046" cy="2267323"/>
          </a:xfrm>
        </p:grpSpPr>
        <p:sp>
          <p:nvSpPr>
            <p:cNvPr id="4" name="Triângulo isósceles 26">
              <a:extLst>
                <a:ext uri="{FF2B5EF4-FFF2-40B4-BE49-F238E27FC236}">
                  <a16:creationId xmlns:a16="http://schemas.microsoft.com/office/drawing/2014/main" id="{D3F78ED7-D040-43B7-8507-7572394CAFEC}"/>
                </a:ext>
              </a:extLst>
            </p:cNvPr>
            <p:cNvSpPr/>
            <p:nvPr/>
          </p:nvSpPr>
          <p:spPr>
            <a:xfrm>
              <a:off x="5536872" y="2926795"/>
              <a:ext cx="552290" cy="636344"/>
            </a:xfrm>
            <a:custGeom>
              <a:avLst/>
              <a:gdLst>
                <a:gd name="connsiteX0" fmla="*/ 0 w 586421"/>
                <a:gd name="connsiteY0" fmla="*/ 641787 h 641787"/>
                <a:gd name="connsiteX1" fmla="*/ 293211 w 586421"/>
                <a:gd name="connsiteY1" fmla="*/ 0 h 641787"/>
                <a:gd name="connsiteX2" fmla="*/ 586421 w 586421"/>
                <a:gd name="connsiteY2" fmla="*/ 641787 h 641787"/>
                <a:gd name="connsiteX3" fmla="*/ 0 w 586421"/>
                <a:gd name="connsiteY3" fmla="*/ 641787 h 641787"/>
                <a:gd name="connsiteX0" fmla="*/ 0 w 1327466"/>
                <a:gd name="connsiteY0" fmla="*/ 921822 h 921822"/>
                <a:gd name="connsiteX1" fmla="*/ 1034256 w 1327466"/>
                <a:gd name="connsiteY1" fmla="*/ 0 h 921822"/>
                <a:gd name="connsiteX2" fmla="*/ 1327466 w 1327466"/>
                <a:gd name="connsiteY2" fmla="*/ 641787 h 921822"/>
                <a:gd name="connsiteX3" fmla="*/ 0 w 1327466"/>
                <a:gd name="connsiteY3" fmla="*/ 921822 h 921822"/>
                <a:gd name="connsiteX0" fmla="*/ 0 w 1034256"/>
                <a:gd name="connsiteY0" fmla="*/ 921822 h 1036122"/>
                <a:gd name="connsiteX1" fmla="*/ 1034256 w 1034256"/>
                <a:gd name="connsiteY1" fmla="*/ 0 h 1036122"/>
                <a:gd name="connsiteX2" fmla="*/ 542606 w 1034256"/>
                <a:gd name="connsiteY2" fmla="*/ 1036122 h 1036122"/>
                <a:gd name="connsiteX3" fmla="*/ 0 w 1034256"/>
                <a:gd name="connsiteY3" fmla="*/ 921822 h 1036122"/>
                <a:gd name="connsiteX0" fmla="*/ 0 w 636111"/>
                <a:gd name="connsiteY0" fmla="*/ 605592 h 719892"/>
                <a:gd name="connsiteX1" fmla="*/ 636111 w 636111"/>
                <a:gd name="connsiteY1" fmla="*/ 0 h 719892"/>
                <a:gd name="connsiteX2" fmla="*/ 542606 w 636111"/>
                <a:gd name="connsiteY2" fmla="*/ 719892 h 719892"/>
                <a:gd name="connsiteX3" fmla="*/ 0 w 636111"/>
                <a:gd name="connsiteY3" fmla="*/ 605592 h 719892"/>
                <a:gd name="connsiteX0" fmla="*/ 0 w 662781"/>
                <a:gd name="connsiteY0" fmla="*/ 618927 h 733227"/>
                <a:gd name="connsiteX1" fmla="*/ 662781 w 662781"/>
                <a:gd name="connsiteY1" fmla="*/ 0 h 733227"/>
                <a:gd name="connsiteX2" fmla="*/ 542606 w 662781"/>
                <a:gd name="connsiteY2" fmla="*/ 733227 h 733227"/>
                <a:gd name="connsiteX3" fmla="*/ 0 w 662781"/>
                <a:gd name="connsiteY3" fmla="*/ 618927 h 733227"/>
                <a:gd name="connsiteX0" fmla="*/ 0 w 678021"/>
                <a:gd name="connsiteY0" fmla="*/ 613212 h 733227"/>
                <a:gd name="connsiteX1" fmla="*/ 678021 w 678021"/>
                <a:gd name="connsiteY1" fmla="*/ 0 h 733227"/>
                <a:gd name="connsiteX2" fmla="*/ 557846 w 678021"/>
                <a:gd name="connsiteY2" fmla="*/ 733227 h 733227"/>
                <a:gd name="connsiteX3" fmla="*/ 0 w 678021"/>
                <a:gd name="connsiteY3" fmla="*/ 613212 h 733227"/>
                <a:gd name="connsiteX0" fmla="*/ 0 w 691356"/>
                <a:gd name="connsiteY0" fmla="*/ 618927 h 738942"/>
                <a:gd name="connsiteX1" fmla="*/ 691356 w 691356"/>
                <a:gd name="connsiteY1" fmla="*/ 0 h 738942"/>
                <a:gd name="connsiteX2" fmla="*/ 557846 w 691356"/>
                <a:gd name="connsiteY2" fmla="*/ 738942 h 738942"/>
                <a:gd name="connsiteX3" fmla="*/ 0 w 691356"/>
                <a:gd name="connsiteY3" fmla="*/ 618927 h 738942"/>
                <a:gd name="connsiteX0" fmla="*/ 0 w 691356"/>
                <a:gd name="connsiteY0" fmla="*/ 618927 h 742752"/>
                <a:gd name="connsiteX1" fmla="*/ 691356 w 691356"/>
                <a:gd name="connsiteY1" fmla="*/ 0 h 742752"/>
                <a:gd name="connsiteX2" fmla="*/ 555941 w 691356"/>
                <a:gd name="connsiteY2" fmla="*/ 742752 h 742752"/>
                <a:gd name="connsiteX3" fmla="*/ 0 w 691356"/>
                <a:gd name="connsiteY3" fmla="*/ 618927 h 742752"/>
                <a:gd name="connsiteX0" fmla="*/ 0 w 689451"/>
                <a:gd name="connsiteY0" fmla="*/ 622737 h 742752"/>
                <a:gd name="connsiteX1" fmla="*/ 689451 w 689451"/>
                <a:gd name="connsiteY1" fmla="*/ 0 h 742752"/>
                <a:gd name="connsiteX2" fmla="*/ 554036 w 689451"/>
                <a:gd name="connsiteY2" fmla="*/ 742752 h 742752"/>
                <a:gd name="connsiteX3" fmla="*/ 0 w 689451"/>
                <a:gd name="connsiteY3" fmla="*/ 622737 h 742752"/>
                <a:gd name="connsiteX0" fmla="*/ 0 w 695166"/>
                <a:gd name="connsiteY0" fmla="*/ 624642 h 742752"/>
                <a:gd name="connsiteX1" fmla="*/ 695166 w 695166"/>
                <a:gd name="connsiteY1" fmla="*/ 0 h 742752"/>
                <a:gd name="connsiteX2" fmla="*/ 559751 w 695166"/>
                <a:gd name="connsiteY2" fmla="*/ 742752 h 742752"/>
                <a:gd name="connsiteX3" fmla="*/ 0 w 695166"/>
                <a:gd name="connsiteY3" fmla="*/ 624642 h 742752"/>
                <a:gd name="connsiteX0" fmla="*/ 0 w 559751"/>
                <a:gd name="connsiteY0" fmla="*/ 504899 h 623009"/>
                <a:gd name="connsiteX1" fmla="*/ 9366 w 559751"/>
                <a:gd name="connsiteY1" fmla="*/ 0 h 623009"/>
                <a:gd name="connsiteX2" fmla="*/ 559751 w 559751"/>
                <a:gd name="connsiteY2" fmla="*/ 623009 h 623009"/>
                <a:gd name="connsiteX3" fmla="*/ 0 w 559751"/>
                <a:gd name="connsiteY3" fmla="*/ 504899 h 623009"/>
                <a:gd name="connsiteX0" fmla="*/ 0 w 559751"/>
                <a:gd name="connsiteY0" fmla="*/ 518234 h 636344"/>
                <a:gd name="connsiteX1" fmla="*/ 7461 w 559751"/>
                <a:gd name="connsiteY1" fmla="*/ 0 h 636344"/>
                <a:gd name="connsiteX2" fmla="*/ 559751 w 559751"/>
                <a:gd name="connsiteY2" fmla="*/ 636344 h 636344"/>
                <a:gd name="connsiteX3" fmla="*/ 0 w 559751"/>
                <a:gd name="connsiteY3" fmla="*/ 518234 h 636344"/>
                <a:gd name="connsiteX0" fmla="*/ 7779 w 552290"/>
                <a:gd name="connsiteY0" fmla="*/ 520139 h 636344"/>
                <a:gd name="connsiteX1" fmla="*/ 0 w 552290"/>
                <a:gd name="connsiteY1" fmla="*/ 0 h 636344"/>
                <a:gd name="connsiteX2" fmla="*/ 552290 w 552290"/>
                <a:gd name="connsiteY2" fmla="*/ 636344 h 636344"/>
                <a:gd name="connsiteX3" fmla="*/ 7779 w 552290"/>
                <a:gd name="connsiteY3" fmla="*/ 520139 h 636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2290" h="636344">
                  <a:moveTo>
                    <a:pt x="7779" y="520139"/>
                  </a:moveTo>
                  <a:lnTo>
                    <a:pt x="0" y="0"/>
                  </a:lnTo>
                  <a:lnTo>
                    <a:pt x="552290" y="636344"/>
                  </a:lnTo>
                  <a:lnTo>
                    <a:pt x="7779" y="520139"/>
                  </a:lnTo>
                  <a:close/>
                </a:path>
              </a:pathLst>
            </a:custGeom>
            <a:solidFill>
              <a:srgbClr val="FFFF00">
                <a:alpha val="47059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aphicFrame>
          <p:nvGraphicFramePr>
            <p:cNvPr id="5" name="Objeto 4">
              <a:extLst>
                <a:ext uri="{FF2B5EF4-FFF2-40B4-BE49-F238E27FC236}">
                  <a16:creationId xmlns:a16="http://schemas.microsoft.com/office/drawing/2014/main" id="{77129871-023E-430D-97EA-207FFEB4AFD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52267715"/>
                </p:ext>
              </p:extLst>
            </p:nvPr>
          </p:nvGraphicFramePr>
          <p:xfrm>
            <a:off x="6284824" y="2566039"/>
            <a:ext cx="1905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8" name="Equation" r:id="rId3" imgW="190440" imgH="279360" progId="Equation.DSMT4">
                    <p:embed/>
                  </p:oleObj>
                </mc:Choice>
                <mc:Fallback>
                  <p:oleObj name="Equation" r:id="rId3" imgW="190440" imgH="279360" progId="Equation.DSMT4">
                    <p:embed/>
                    <p:pic>
                      <p:nvPicPr>
                        <p:cNvPr id="166" name="Objeto 165">
                          <a:extLst>
                            <a:ext uri="{FF2B5EF4-FFF2-40B4-BE49-F238E27FC236}">
                              <a16:creationId xmlns:a16="http://schemas.microsoft.com/office/drawing/2014/main" id="{15A17F5E-DA1A-43C2-A302-F83E5438474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284824" y="2566039"/>
                          <a:ext cx="1905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9D9BE5DE-6198-4FE0-A0BA-E48CC8931BEC}"/>
                </a:ext>
              </a:extLst>
            </p:cNvPr>
            <p:cNvCxnSpPr>
              <a:cxnSpLocks/>
            </p:cNvCxnSpPr>
            <p:nvPr/>
          </p:nvCxnSpPr>
          <p:spPr>
            <a:xfrm>
              <a:off x="5547907" y="3451299"/>
              <a:ext cx="1080391" cy="22773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557BD16D-B815-47C4-B402-624CEEC3D57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15621" y="2346828"/>
              <a:ext cx="26812" cy="110394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to 7">
              <a:extLst>
                <a:ext uri="{FF2B5EF4-FFF2-40B4-BE49-F238E27FC236}">
                  <a16:creationId xmlns:a16="http://schemas.microsoft.com/office/drawing/2014/main" id="{317FFC59-DBCD-4517-A033-3BE23DD2A6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93501" y="3450775"/>
              <a:ext cx="1122120" cy="18650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8E75E2F5-3252-4848-91F7-A7A41D5073A1}"/>
                </a:ext>
              </a:extLst>
            </p:cNvPr>
            <p:cNvCxnSpPr>
              <a:cxnSpLocks/>
            </p:cNvCxnSpPr>
            <p:nvPr/>
          </p:nvCxnSpPr>
          <p:spPr>
            <a:xfrm>
              <a:off x="5529683" y="3441573"/>
              <a:ext cx="206944" cy="112736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7D285703-70CE-49D0-AE16-452F5525E3B8}"/>
                </a:ext>
              </a:extLst>
            </p:cNvPr>
            <p:cNvCxnSpPr>
              <a:cxnSpLocks/>
              <a:stCxn id="4" idx="2"/>
              <a:endCxn id="29" idx="1"/>
            </p:cNvCxnSpPr>
            <p:nvPr/>
          </p:nvCxnSpPr>
          <p:spPr>
            <a:xfrm flipH="1" flipV="1">
              <a:off x="5563239" y="2952509"/>
              <a:ext cx="525923" cy="610630"/>
            </a:xfrm>
            <a:prstGeom prst="line">
              <a:avLst/>
            </a:prstGeom>
            <a:ln w="63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3B263F8-72DA-4358-B5B6-E914673B76CA}"/>
                </a:ext>
              </a:extLst>
            </p:cNvPr>
            <p:cNvSpPr/>
            <p:nvPr/>
          </p:nvSpPr>
          <p:spPr>
            <a:xfrm rot="10800000">
              <a:off x="6144686" y="2705739"/>
              <a:ext cx="144820" cy="15406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BE1F6BAC-2B58-46F1-8D57-B3B43D13B843}"/>
                </a:ext>
              </a:extLst>
            </p:cNvPr>
            <p:cNvSpPr/>
            <p:nvPr/>
          </p:nvSpPr>
          <p:spPr>
            <a:xfrm rot="10800000">
              <a:off x="6507762" y="3602001"/>
              <a:ext cx="144820" cy="15406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AD63B566-4292-4676-A664-6C5AF7363ADD}"/>
                </a:ext>
              </a:extLst>
            </p:cNvPr>
            <p:cNvSpPr/>
            <p:nvPr/>
          </p:nvSpPr>
          <p:spPr>
            <a:xfrm rot="10800000">
              <a:off x="5457759" y="3366461"/>
              <a:ext cx="144820" cy="154064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CB5DBCD3-04E6-40C0-8C36-3DEA45BC28CD}"/>
                </a:ext>
              </a:extLst>
            </p:cNvPr>
            <p:cNvSpPr/>
            <p:nvPr/>
          </p:nvSpPr>
          <p:spPr>
            <a:xfrm rot="10800000">
              <a:off x="6109369" y="3999667"/>
              <a:ext cx="144820" cy="15406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03EE993F-C640-4F52-B005-B23420964874}"/>
                </a:ext>
              </a:extLst>
            </p:cNvPr>
            <p:cNvSpPr/>
            <p:nvPr/>
          </p:nvSpPr>
          <p:spPr>
            <a:xfrm rot="10800000">
              <a:off x="5432398" y="2311555"/>
              <a:ext cx="144820" cy="15406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D1101485-4672-4C46-976D-897D7BBF7091}"/>
                </a:ext>
              </a:extLst>
            </p:cNvPr>
            <p:cNvSpPr/>
            <p:nvPr/>
          </p:nvSpPr>
          <p:spPr>
            <a:xfrm rot="10800000">
              <a:off x="4366536" y="3568336"/>
              <a:ext cx="144820" cy="15406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B92B259B-9E39-4626-A57D-FA8A1DEFAD70}"/>
                </a:ext>
              </a:extLst>
            </p:cNvPr>
            <p:cNvSpPr/>
            <p:nvPr/>
          </p:nvSpPr>
          <p:spPr>
            <a:xfrm rot="10800000">
              <a:off x="5659053" y="4424814"/>
              <a:ext cx="144820" cy="15406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3B5D33AE-AF80-4825-8C87-F0A6D152D9B5}"/>
                </a:ext>
              </a:extLst>
            </p:cNvPr>
            <p:cNvCxnSpPr>
              <a:cxnSpLocks/>
            </p:cNvCxnSpPr>
            <p:nvPr/>
          </p:nvCxnSpPr>
          <p:spPr>
            <a:xfrm>
              <a:off x="4960444" y="3578285"/>
              <a:ext cx="668908" cy="424334"/>
            </a:xfrm>
            <a:prstGeom prst="line">
              <a:avLst/>
            </a:prstGeom>
            <a:ln w="6350">
              <a:solidFill>
                <a:schemeClr val="accent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to 18">
              <a:extLst>
                <a:ext uri="{FF2B5EF4-FFF2-40B4-BE49-F238E27FC236}">
                  <a16:creationId xmlns:a16="http://schemas.microsoft.com/office/drawing/2014/main" id="{F071EB10-D3E7-44AA-A020-EFBF789926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18797" y="3579673"/>
              <a:ext cx="435317" cy="415657"/>
            </a:xfrm>
            <a:prstGeom prst="line">
              <a:avLst/>
            </a:prstGeom>
            <a:ln w="6350">
              <a:solidFill>
                <a:schemeClr val="accent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3B408E8A-1CD9-4115-BACF-30ED88490EF7}"/>
                </a:ext>
              </a:extLst>
            </p:cNvPr>
            <p:cNvSpPr/>
            <p:nvPr/>
          </p:nvSpPr>
          <p:spPr>
            <a:xfrm rot="10800000">
              <a:off x="4768026" y="2782771"/>
              <a:ext cx="144820" cy="15406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5ABF386E-9764-4FEF-BEE7-15F78666E266}"/>
                </a:ext>
              </a:extLst>
            </p:cNvPr>
            <p:cNvSpPr/>
            <p:nvPr/>
          </p:nvSpPr>
          <p:spPr>
            <a:xfrm rot="10800000">
              <a:off x="5067429" y="4040196"/>
              <a:ext cx="144820" cy="15406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Seta: para a Direita 21">
              <a:extLst>
                <a:ext uri="{FF2B5EF4-FFF2-40B4-BE49-F238E27FC236}">
                  <a16:creationId xmlns:a16="http://schemas.microsoft.com/office/drawing/2014/main" id="{62968DCB-E523-4679-8B6C-0746C2F932B2}"/>
                </a:ext>
              </a:extLst>
            </p:cNvPr>
            <p:cNvSpPr/>
            <p:nvPr/>
          </p:nvSpPr>
          <p:spPr>
            <a:xfrm rot="19110177">
              <a:off x="5781095" y="3098079"/>
              <a:ext cx="124925" cy="139498"/>
            </a:xfrm>
            <a:prstGeom prst="rightArrow">
              <a:avLst/>
            </a:prstGeom>
            <a:solidFill>
              <a:schemeClr val="accent5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Seta: para a Direita 22">
              <a:extLst>
                <a:ext uri="{FF2B5EF4-FFF2-40B4-BE49-F238E27FC236}">
                  <a16:creationId xmlns:a16="http://schemas.microsoft.com/office/drawing/2014/main" id="{5EDB6015-2EBA-449D-B564-24FD1A76C262}"/>
                </a:ext>
              </a:extLst>
            </p:cNvPr>
            <p:cNvSpPr/>
            <p:nvPr/>
          </p:nvSpPr>
          <p:spPr>
            <a:xfrm rot="2794176">
              <a:off x="5832907" y="3764266"/>
              <a:ext cx="124925" cy="139498"/>
            </a:xfrm>
            <a:prstGeom prst="rightArrow">
              <a:avLst/>
            </a:prstGeom>
            <a:solidFill>
              <a:schemeClr val="accent5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Seta: para a Direita 23">
              <a:extLst>
                <a:ext uri="{FF2B5EF4-FFF2-40B4-BE49-F238E27FC236}">
                  <a16:creationId xmlns:a16="http://schemas.microsoft.com/office/drawing/2014/main" id="{D379BC5F-5CA2-4A6E-A726-9E12D3FA3C36}"/>
                </a:ext>
              </a:extLst>
            </p:cNvPr>
            <p:cNvSpPr/>
            <p:nvPr/>
          </p:nvSpPr>
          <p:spPr>
            <a:xfrm rot="13532533">
              <a:off x="5162285" y="3060512"/>
              <a:ext cx="124925" cy="139498"/>
            </a:xfrm>
            <a:prstGeom prst="rightArrow">
              <a:avLst/>
            </a:prstGeom>
            <a:solidFill>
              <a:schemeClr val="accent5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Seta: para a Direita 24">
              <a:extLst>
                <a:ext uri="{FF2B5EF4-FFF2-40B4-BE49-F238E27FC236}">
                  <a16:creationId xmlns:a16="http://schemas.microsoft.com/office/drawing/2014/main" id="{126F0C6A-768F-4DFE-B472-42AAD904EEDD}"/>
                </a:ext>
              </a:extLst>
            </p:cNvPr>
            <p:cNvSpPr/>
            <p:nvPr/>
          </p:nvSpPr>
          <p:spPr>
            <a:xfrm rot="7269637">
              <a:off x="5207217" y="3790758"/>
              <a:ext cx="124925" cy="139498"/>
            </a:xfrm>
            <a:prstGeom prst="rightArrow">
              <a:avLst/>
            </a:prstGeom>
            <a:solidFill>
              <a:schemeClr val="accent5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D02F2EF5-9C9B-4BFE-9652-039EF7682931}"/>
                </a:ext>
              </a:extLst>
            </p:cNvPr>
            <p:cNvSpPr/>
            <p:nvPr/>
          </p:nvSpPr>
          <p:spPr>
            <a:xfrm rot="10800000">
              <a:off x="6038306" y="3527019"/>
              <a:ext cx="85135" cy="9118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3FFF5F56-27EE-46E5-8E6E-AEFEBC6D4E32}"/>
                </a:ext>
              </a:extLst>
            </p:cNvPr>
            <p:cNvSpPr/>
            <p:nvPr/>
          </p:nvSpPr>
          <p:spPr>
            <a:xfrm rot="10800000">
              <a:off x="5573773" y="3938765"/>
              <a:ext cx="85135" cy="9118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8" name="Conector reto 27">
              <a:extLst>
                <a:ext uri="{FF2B5EF4-FFF2-40B4-BE49-F238E27FC236}">
                  <a16:creationId xmlns:a16="http://schemas.microsoft.com/office/drawing/2014/main" id="{FA90C74A-068F-4F6F-9699-2144D04E89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53474" y="2936835"/>
              <a:ext cx="554834" cy="577372"/>
            </a:xfrm>
            <a:prstGeom prst="line">
              <a:avLst/>
            </a:prstGeom>
            <a:ln w="6350">
              <a:solidFill>
                <a:schemeClr val="accent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6C3B9441-9EC6-47BE-95AC-4F654B173C90}"/>
                </a:ext>
              </a:extLst>
            </p:cNvPr>
            <p:cNvSpPr/>
            <p:nvPr/>
          </p:nvSpPr>
          <p:spPr>
            <a:xfrm rot="10800000">
              <a:off x="5490572" y="2874677"/>
              <a:ext cx="85135" cy="9118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E98AB002-8880-4DD3-9B39-5529F804366D}"/>
                </a:ext>
              </a:extLst>
            </p:cNvPr>
            <p:cNvSpPr/>
            <p:nvPr/>
          </p:nvSpPr>
          <p:spPr>
            <a:xfrm rot="10800000">
              <a:off x="4892329" y="3508523"/>
              <a:ext cx="85135" cy="9118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aphicFrame>
          <p:nvGraphicFramePr>
            <p:cNvPr id="31" name="Objeto 30">
              <a:extLst>
                <a:ext uri="{FF2B5EF4-FFF2-40B4-BE49-F238E27FC236}">
                  <a16:creationId xmlns:a16="http://schemas.microsoft.com/office/drawing/2014/main" id="{6E325E46-9C92-492A-A613-82C98AF210A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83247251"/>
                </p:ext>
              </p:extLst>
            </p:nvPr>
          </p:nvGraphicFramePr>
          <p:xfrm>
            <a:off x="6093479" y="3348626"/>
            <a:ext cx="1778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9" name="Equation" r:id="rId5" imgW="177480" imgH="279360" progId="Equation.DSMT4">
                    <p:embed/>
                  </p:oleObj>
                </mc:Choice>
                <mc:Fallback>
                  <p:oleObj name="Equation" r:id="rId5" imgW="177480" imgH="279360" progId="Equation.DSMT4">
                    <p:embed/>
                    <p:pic>
                      <p:nvPicPr>
                        <p:cNvPr id="204" name="Objeto 203">
                          <a:extLst>
                            <a:ext uri="{FF2B5EF4-FFF2-40B4-BE49-F238E27FC236}">
                              <a16:creationId xmlns:a16="http://schemas.microsoft.com/office/drawing/2014/main" id="{4D567D94-D95B-4801-A3AC-4C9FC1913E1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093479" y="3348626"/>
                          <a:ext cx="1778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to 31">
              <a:extLst>
                <a:ext uri="{FF2B5EF4-FFF2-40B4-BE49-F238E27FC236}">
                  <a16:creationId xmlns:a16="http://schemas.microsoft.com/office/drawing/2014/main" id="{39FDF7D8-EE69-4B42-8305-56C9C1D6326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64867292"/>
                </p:ext>
              </p:extLst>
            </p:nvPr>
          </p:nvGraphicFramePr>
          <p:xfrm>
            <a:off x="5557765" y="2717768"/>
            <a:ext cx="3048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0" name="Equation" r:id="rId7" imgW="304560" imgH="279360" progId="Equation.DSMT4">
                    <p:embed/>
                  </p:oleObj>
                </mc:Choice>
                <mc:Fallback>
                  <p:oleObj name="Equation" r:id="rId7" imgW="304560" imgH="279360" progId="Equation.DSMT4">
                    <p:embed/>
                    <p:pic>
                      <p:nvPicPr>
                        <p:cNvPr id="205" name="Objeto 204">
                          <a:extLst>
                            <a:ext uri="{FF2B5EF4-FFF2-40B4-BE49-F238E27FC236}">
                              <a16:creationId xmlns:a16="http://schemas.microsoft.com/office/drawing/2014/main" id="{13AF8756-2BCD-41F4-AF89-96B240270A7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557765" y="2717768"/>
                          <a:ext cx="3048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Objeto 32">
              <a:extLst>
                <a:ext uri="{FF2B5EF4-FFF2-40B4-BE49-F238E27FC236}">
                  <a16:creationId xmlns:a16="http://schemas.microsoft.com/office/drawing/2014/main" id="{E63A4A63-B5F6-4FDB-88E9-A4079D5C259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31827899"/>
                </p:ext>
              </p:extLst>
            </p:nvPr>
          </p:nvGraphicFramePr>
          <p:xfrm>
            <a:off x="5354878" y="3444967"/>
            <a:ext cx="1905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1" name="Equation" r:id="rId9" imgW="190440" imgH="253800" progId="Equation.DSMT4">
                    <p:embed/>
                  </p:oleObj>
                </mc:Choice>
                <mc:Fallback>
                  <p:oleObj name="Equation" r:id="rId9" imgW="190440" imgH="253800" progId="Equation.DSMT4">
                    <p:embed/>
                    <p:pic>
                      <p:nvPicPr>
                        <p:cNvPr id="206" name="Objeto 205">
                          <a:extLst>
                            <a:ext uri="{FF2B5EF4-FFF2-40B4-BE49-F238E27FC236}">
                              <a16:creationId xmlns:a16="http://schemas.microsoft.com/office/drawing/2014/main" id="{F80F54C0-CA1A-4864-A461-715CFCADC43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354878" y="3444967"/>
                          <a:ext cx="1905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7497701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689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2</vt:i4>
      </vt:variant>
      <vt:variant>
        <vt:lpstr>Títulos de slides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Tema do Office</vt:lpstr>
      <vt:lpstr>MathType 6.0 Equation</vt:lpstr>
      <vt:lpstr>Equation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</dc:creator>
  <cp:lastModifiedBy>fernando</cp:lastModifiedBy>
  <cp:revision>6</cp:revision>
  <dcterms:created xsi:type="dcterms:W3CDTF">2018-04-17T12:33:22Z</dcterms:created>
  <dcterms:modified xsi:type="dcterms:W3CDTF">2018-04-18T00:03:15Z</dcterms:modified>
</cp:coreProperties>
</file>